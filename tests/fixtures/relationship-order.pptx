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9" r:id="rId4"/>
    <p:sldId id="256" r:id="rId1"/>
    <p:sldId id="267" r:id="rId12"/>
    <p:sldId id="257" r:id="rId2"/>
    <p:sldId id="265" r:id="rId10"/>
    <p:sldId id="258" r:id="rId3"/>
    <p:sldId id="266" r:id="rId11"/>
    <p:sldId id="260" r:id="rId5"/>
    <p:sldId id="264" r:id="rId9"/>
    <p:sldId id="262" r:id="rId7"/>
    <p:sldId id="261" r:id="rId6"/>
    <p:sldId id="263" r:id="rId8"/>
  </p:sldIdLst>
  <p:sldSz cx="9144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/ppt/slides/slide1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SlideToken03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SlideToken04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SlideToken05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SlideToken07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SlideToken08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SlideToken09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SlideToken10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SlideToken11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SlideToken12</a:t>
            </a:r>
          </a:p>
        </p:txBody>
      </p:sp>
    </p:spTree>
  </p:cSld>
</p:sld>
</file>